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E885A5-2D54-45CD-A669-C8222A14E64D}" v="796" dt="2025-11-15T00:27:27.645"/>
    <p1510:client id="{F634726F-FE86-4903-BA3A-3971C40A41EB}" v="2153" dt="2025-11-15T01:12:46.1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sgfdfdsf sdgd" userId="a67fc7cb7325bbb4" providerId="Windows Live" clId="Web-{06E885A5-2D54-45CD-A669-C8222A14E64D}"/>
    <pc:docChg chg="addSld modSld">
      <pc:chgData name="dsgfdfdsf sdgd" userId="a67fc7cb7325bbb4" providerId="Windows Live" clId="Web-{06E885A5-2D54-45CD-A669-C8222A14E64D}" dt="2025-11-15T00:27:25.738" v="463" actId="20577"/>
      <pc:docMkLst>
        <pc:docMk/>
      </pc:docMkLst>
      <pc:sldChg chg="modSp">
        <pc:chgData name="dsgfdfdsf sdgd" userId="a67fc7cb7325bbb4" providerId="Windows Live" clId="Web-{06E885A5-2D54-45CD-A669-C8222A14E64D}" dt="2025-11-15T00:12:34.141" v="112" actId="20577"/>
        <pc:sldMkLst>
          <pc:docMk/>
          <pc:sldMk cId="1351651579" sldId="256"/>
        </pc:sldMkLst>
        <pc:spChg chg="mod">
          <ac:chgData name="dsgfdfdsf sdgd" userId="a67fc7cb7325bbb4" providerId="Windows Live" clId="Web-{06E885A5-2D54-45CD-A669-C8222A14E64D}" dt="2025-11-15T00:11:54.625" v="105" actId="20577"/>
          <ac:spMkLst>
            <pc:docMk/>
            <pc:sldMk cId="1351651579" sldId="256"/>
            <ac:spMk id="2" creationId="{00000000-0000-0000-0000-000000000000}"/>
          </ac:spMkLst>
        </pc:spChg>
        <pc:spChg chg="mod">
          <ac:chgData name="dsgfdfdsf sdgd" userId="a67fc7cb7325bbb4" providerId="Windows Live" clId="Web-{06E885A5-2D54-45CD-A669-C8222A14E64D}" dt="2025-11-15T00:12:34.141" v="112" actId="20577"/>
          <ac:spMkLst>
            <pc:docMk/>
            <pc:sldMk cId="1351651579" sldId="256"/>
            <ac:spMk id="3" creationId="{00000000-0000-0000-0000-000000000000}"/>
          </ac:spMkLst>
        </pc:spChg>
      </pc:sldChg>
      <pc:sldChg chg="addSp delSp modSp new">
        <pc:chgData name="dsgfdfdsf sdgd" userId="a67fc7cb7325bbb4" providerId="Windows Live" clId="Web-{06E885A5-2D54-45CD-A669-C8222A14E64D}" dt="2025-11-15T00:27:25.738" v="463" actId="20577"/>
        <pc:sldMkLst>
          <pc:docMk/>
          <pc:sldMk cId="1352637716" sldId="257"/>
        </pc:sldMkLst>
        <pc:spChg chg="mod">
          <ac:chgData name="dsgfdfdsf sdgd" userId="a67fc7cb7325bbb4" providerId="Windows Live" clId="Web-{06E885A5-2D54-45CD-A669-C8222A14E64D}" dt="2025-11-15T00:16:28.787" v="132" actId="14100"/>
          <ac:spMkLst>
            <pc:docMk/>
            <pc:sldMk cId="1352637716" sldId="257"/>
            <ac:spMk id="2" creationId="{A9E356AD-0484-0B79-46E8-CFB32DD2B065}"/>
          </ac:spMkLst>
        </pc:spChg>
        <pc:spChg chg="del">
          <ac:chgData name="dsgfdfdsf sdgd" userId="a67fc7cb7325bbb4" providerId="Windows Live" clId="Web-{06E885A5-2D54-45CD-A669-C8222A14E64D}" dt="2025-11-15T00:16:47.131" v="133"/>
          <ac:spMkLst>
            <pc:docMk/>
            <pc:sldMk cId="1352637716" sldId="257"/>
            <ac:spMk id="3" creationId="{8D7043E7-AF7A-8B37-5F43-105A69155959}"/>
          </ac:spMkLst>
        </pc:spChg>
        <pc:spChg chg="add del">
          <ac:chgData name="dsgfdfdsf sdgd" userId="a67fc7cb7325bbb4" providerId="Windows Live" clId="Web-{06E885A5-2D54-45CD-A669-C8222A14E64D}" dt="2025-11-15T00:17:23.023" v="137"/>
          <ac:spMkLst>
            <pc:docMk/>
            <pc:sldMk cId="1352637716" sldId="257"/>
            <ac:spMk id="5" creationId="{DEC549D2-C7B3-DAC8-FDFE-EF9A4EB2AA90}"/>
          </ac:spMkLst>
        </pc:spChg>
        <pc:spChg chg="add mod">
          <ac:chgData name="dsgfdfdsf sdgd" userId="a67fc7cb7325bbb4" providerId="Windows Live" clId="Web-{06E885A5-2D54-45CD-A669-C8222A14E64D}" dt="2025-11-15T00:27:25.738" v="463" actId="20577"/>
          <ac:spMkLst>
            <pc:docMk/>
            <pc:sldMk cId="1352637716" sldId="257"/>
            <ac:spMk id="6" creationId="{6395D774-09B8-FD48-3CDB-CDA1B2F1821E}"/>
          </ac:spMkLst>
        </pc:spChg>
        <pc:picChg chg="add mod ord">
          <ac:chgData name="dsgfdfdsf sdgd" userId="a67fc7cb7325bbb4" providerId="Windows Live" clId="Web-{06E885A5-2D54-45CD-A669-C8222A14E64D}" dt="2025-11-15T00:17:02.132" v="135" actId="1076"/>
          <ac:picMkLst>
            <pc:docMk/>
            <pc:sldMk cId="1352637716" sldId="257"/>
            <ac:picMk id="4" creationId="{6AA317E4-D36F-3D99-7272-45734EFAE7E8}"/>
          </ac:picMkLst>
        </pc:picChg>
      </pc:sldChg>
    </pc:docChg>
  </pc:docChgLst>
  <pc:docChgLst>
    <pc:chgData name="dsgfdfdsf sdgd" userId="a67fc7cb7325bbb4" providerId="Windows Live" clId="Web-{F634726F-FE86-4903-BA3A-3971C40A41EB}"/>
    <pc:docChg chg="addSld modSld">
      <pc:chgData name="dsgfdfdsf sdgd" userId="a67fc7cb7325bbb4" providerId="Windows Live" clId="Web-{F634726F-FE86-4903-BA3A-3971C40A41EB}" dt="2025-11-15T01:12:43.636" v="1165" actId="20577"/>
      <pc:docMkLst>
        <pc:docMk/>
      </pc:docMkLst>
      <pc:sldChg chg="modSp">
        <pc:chgData name="dsgfdfdsf sdgd" userId="a67fc7cb7325bbb4" providerId="Windows Live" clId="Web-{F634726F-FE86-4903-BA3A-3971C40A41EB}" dt="2025-11-15T00:28:32.174" v="4" actId="20577"/>
        <pc:sldMkLst>
          <pc:docMk/>
          <pc:sldMk cId="1352637716" sldId="257"/>
        </pc:sldMkLst>
        <pc:spChg chg="mod">
          <ac:chgData name="dsgfdfdsf sdgd" userId="a67fc7cb7325bbb4" providerId="Windows Live" clId="Web-{F634726F-FE86-4903-BA3A-3971C40A41EB}" dt="2025-11-15T00:28:32.174" v="4" actId="20577"/>
          <ac:spMkLst>
            <pc:docMk/>
            <pc:sldMk cId="1352637716" sldId="257"/>
            <ac:spMk id="6" creationId="{6395D774-09B8-FD48-3CDB-CDA1B2F1821E}"/>
          </ac:spMkLst>
        </pc:spChg>
      </pc:sldChg>
      <pc:sldChg chg="addSp delSp modSp new">
        <pc:chgData name="dsgfdfdsf sdgd" userId="a67fc7cb7325bbb4" providerId="Windows Live" clId="Web-{F634726F-FE86-4903-BA3A-3971C40A41EB}" dt="2025-11-15T00:39:29.560" v="305" actId="20577"/>
        <pc:sldMkLst>
          <pc:docMk/>
          <pc:sldMk cId="3253700382" sldId="258"/>
        </pc:sldMkLst>
        <pc:spChg chg="mod">
          <ac:chgData name="dsgfdfdsf sdgd" userId="a67fc7cb7325bbb4" providerId="Windows Live" clId="Web-{F634726F-FE86-4903-BA3A-3971C40A41EB}" dt="2025-11-15T00:39:29.560" v="305" actId="20577"/>
          <ac:spMkLst>
            <pc:docMk/>
            <pc:sldMk cId="3253700382" sldId="258"/>
            <ac:spMk id="2" creationId="{9C059DA5-3549-FEDD-7FB6-35BDCA19AE56}"/>
          </ac:spMkLst>
        </pc:spChg>
        <pc:spChg chg="del">
          <ac:chgData name="dsgfdfdsf sdgd" userId="a67fc7cb7325bbb4" providerId="Windows Live" clId="Web-{F634726F-FE86-4903-BA3A-3971C40A41EB}" dt="2025-11-15T00:31:31.677" v="44"/>
          <ac:spMkLst>
            <pc:docMk/>
            <pc:sldMk cId="3253700382" sldId="258"/>
            <ac:spMk id="3" creationId="{70E5DF4B-41C6-A02B-E355-287A08A9A050}"/>
          </ac:spMkLst>
        </pc:spChg>
        <pc:spChg chg="add mod">
          <ac:chgData name="dsgfdfdsf sdgd" userId="a67fc7cb7325bbb4" providerId="Windows Live" clId="Web-{F634726F-FE86-4903-BA3A-3971C40A41EB}" dt="2025-11-15T00:37:51.073" v="275" actId="1076"/>
          <ac:spMkLst>
            <pc:docMk/>
            <pc:sldMk cId="3253700382" sldId="258"/>
            <ac:spMk id="5" creationId="{C86F1B0E-4BA7-0403-6199-9CBC4A7E4734}"/>
          </ac:spMkLst>
        </pc:spChg>
        <pc:picChg chg="add mod ord">
          <ac:chgData name="dsgfdfdsf sdgd" userId="a67fc7cb7325bbb4" providerId="Windows Live" clId="Web-{F634726F-FE86-4903-BA3A-3971C40A41EB}" dt="2025-11-15T00:31:36.911" v="45" actId="1076"/>
          <ac:picMkLst>
            <pc:docMk/>
            <pc:sldMk cId="3253700382" sldId="258"/>
            <ac:picMk id="4" creationId="{F0C27D62-213C-8AC2-CCC1-7B75659DC948}"/>
          </ac:picMkLst>
        </pc:picChg>
      </pc:sldChg>
      <pc:sldChg chg="addSp delSp modSp new">
        <pc:chgData name="dsgfdfdsf sdgd" userId="a67fc7cb7325bbb4" providerId="Windows Live" clId="Web-{F634726F-FE86-4903-BA3A-3971C40A41EB}" dt="2025-11-15T00:45:22.882" v="448" actId="1076"/>
        <pc:sldMkLst>
          <pc:docMk/>
          <pc:sldMk cId="2923765090" sldId="259"/>
        </pc:sldMkLst>
        <pc:spChg chg="mod">
          <ac:chgData name="dsgfdfdsf sdgd" userId="a67fc7cb7325bbb4" providerId="Windows Live" clId="Web-{F634726F-FE86-4903-BA3A-3971C40A41EB}" dt="2025-11-15T00:40:25.077" v="323" actId="14100"/>
          <ac:spMkLst>
            <pc:docMk/>
            <pc:sldMk cId="2923765090" sldId="259"/>
            <ac:spMk id="2" creationId="{3A8DC015-10BF-35DA-8784-2335522939EF}"/>
          </ac:spMkLst>
        </pc:spChg>
        <pc:spChg chg="del">
          <ac:chgData name="dsgfdfdsf sdgd" userId="a67fc7cb7325bbb4" providerId="Windows Live" clId="Web-{F634726F-FE86-4903-BA3A-3971C40A41EB}" dt="2025-11-15T00:40:56.532" v="324"/>
          <ac:spMkLst>
            <pc:docMk/>
            <pc:sldMk cId="2923765090" sldId="259"/>
            <ac:spMk id="3" creationId="{CA99FCEC-F7E3-4908-FA76-1F374453FC45}"/>
          </ac:spMkLst>
        </pc:spChg>
        <pc:spChg chg="add mod">
          <ac:chgData name="dsgfdfdsf sdgd" userId="a67fc7cb7325bbb4" providerId="Windows Live" clId="Web-{F634726F-FE86-4903-BA3A-3971C40A41EB}" dt="2025-11-15T00:45:22.882" v="448" actId="1076"/>
          <ac:spMkLst>
            <pc:docMk/>
            <pc:sldMk cId="2923765090" sldId="259"/>
            <ac:spMk id="5" creationId="{2E542EAD-3F5C-90C2-3518-063123393136}"/>
          </ac:spMkLst>
        </pc:spChg>
        <pc:picChg chg="add mod ord">
          <ac:chgData name="dsgfdfdsf sdgd" userId="a67fc7cb7325bbb4" providerId="Windows Live" clId="Web-{F634726F-FE86-4903-BA3A-3971C40A41EB}" dt="2025-11-15T00:41:27.001" v="327" actId="1076"/>
          <ac:picMkLst>
            <pc:docMk/>
            <pc:sldMk cId="2923765090" sldId="259"/>
            <ac:picMk id="4" creationId="{3607E5C2-B336-90CD-DC01-BFD9711DD6E4}"/>
          </ac:picMkLst>
        </pc:picChg>
      </pc:sldChg>
      <pc:sldChg chg="addSp delSp modSp new">
        <pc:chgData name="dsgfdfdsf sdgd" userId="a67fc7cb7325bbb4" providerId="Windows Live" clId="Web-{F634726F-FE86-4903-BA3A-3971C40A41EB}" dt="2025-11-15T00:55:27.917" v="710" actId="1076"/>
        <pc:sldMkLst>
          <pc:docMk/>
          <pc:sldMk cId="528700599" sldId="260"/>
        </pc:sldMkLst>
        <pc:spChg chg="mod">
          <ac:chgData name="dsgfdfdsf sdgd" userId="a67fc7cb7325bbb4" providerId="Windows Live" clId="Web-{F634726F-FE86-4903-BA3A-3971C40A41EB}" dt="2025-11-15T00:47:30.232" v="487" actId="20577"/>
          <ac:spMkLst>
            <pc:docMk/>
            <pc:sldMk cId="528700599" sldId="260"/>
            <ac:spMk id="2" creationId="{48DC9699-70F1-5477-8D69-2ECCF206F8C6}"/>
          </ac:spMkLst>
        </pc:spChg>
        <pc:spChg chg="del">
          <ac:chgData name="dsgfdfdsf sdgd" userId="a67fc7cb7325bbb4" providerId="Windows Live" clId="Web-{F634726F-FE86-4903-BA3A-3971C40A41EB}" dt="2025-11-15T00:48:03.671" v="488"/>
          <ac:spMkLst>
            <pc:docMk/>
            <pc:sldMk cId="528700599" sldId="260"/>
            <ac:spMk id="3" creationId="{D63215A7-F419-D0C8-8B0B-1046BF0E726C}"/>
          </ac:spMkLst>
        </pc:spChg>
        <pc:spChg chg="add mod">
          <ac:chgData name="dsgfdfdsf sdgd" userId="a67fc7cb7325bbb4" providerId="Windows Live" clId="Web-{F634726F-FE86-4903-BA3A-3971C40A41EB}" dt="2025-11-15T00:55:27.917" v="710" actId="1076"/>
          <ac:spMkLst>
            <pc:docMk/>
            <pc:sldMk cId="528700599" sldId="260"/>
            <ac:spMk id="5" creationId="{BD73D743-B0AE-191C-1CAC-6FD0589F8FE6}"/>
          </ac:spMkLst>
        </pc:spChg>
        <pc:picChg chg="add mod ord">
          <ac:chgData name="dsgfdfdsf sdgd" userId="a67fc7cb7325bbb4" providerId="Windows Live" clId="Web-{F634726F-FE86-4903-BA3A-3971C40A41EB}" dt="2025-11-15T00:49:10.377" v="491" actId="1076"/>
          <ac:picMkLst>
            <pc:docMk/>
            <pc:sldMk cId="528700599" sldId="260"/>
            <ac:picMk id="4" creationId="{2DA7529E-25EA-A615-751D-715B04AAD3FD}"/>
          </ac:picMkLst>
        </pc:picChg>
      </pc:sldChg>
      <pc:sldChg chg="addSp delSp modSp new">
        <pc:chgData name="dsgfdfdsf sdgd" userId="a67fc7cb7325bbb4" providerId="Windows Live" clId="Web-{F634726F-FE86-4903-BA3A-3971C40A41EB}" dt="2025-11-15T01:12:43.636" v="1165" actId="20577"/>
        <pc:sldMkLst>
          <pc:docMk/>
          <pc:sldMk cId="1558138721" sldId="261"/>
        </pc:sldMkLst>
        <pc:spChg chg="mod">
          <ac:chgData name="dsgfdfdsf sdgd" userId="a67fc7cb7325bbb4" providerId="Windows Live" clId="Web-{F634726F-FE86-4903-BA3A-3971C40A41EB}" dt="2025-11-15T01:01:28.329" v="725" actId="14100"/>
          <ac:spMkLst>
            <pc:docMk/>
            <pc:sldMk cId="1558138721" sldId="261"/>
            <ac:spMk id="2" creationId="{A1BE72A4-04FC-C208-D11B-EE16FEAE40A2}"/>
          </ac:spMkLst>
        </pc:spChg>
        <pc:spChg chg="add del">
          <ac:chgData name="dsgfdfdsf sdgd" userId="a67fc7cb7325bbb4" providerId="Windows Live" clId="Web-{F634726F-FE86-4903-BA3A-3971C40A41EB}" dt="2025-11-15T01:01:43.252" v="728"/>
          <ac:spMkLst>
            <pc:docMk/>
            <pc:sldMk cId="1558138721" sldId="261"/>
            <ac:spMk id="3" creationId="{A48C29C8-653A-2405-7DFE-0FAE0A1921BE}"/>
          </ac:spMkLst>
        </pc:spChg>
        <pc:spChg chg="add mod">
          <ac:chgData name="dsgfdfdsf sdgd" userId="a67fc7cb7325bbb4" providerId="Windows Live" clId="Web-{F634726F-FE86-4903-BA3A-3971C40A41EB}" dt="2025-11-15T01:12:43.636" v="1165" actId="20577"/>
          <ac:spMkLst>
            <pc:docMk/>
            <pc:sldMk cId="1558138721" sldId="261"/>
            <ac:spMk id="6" creationId="{A67A421B-6724-CB0B-D71D-85EC4AB60F31}"/>
          </ac:spMkLst>
        </pc:spChg>
        <pc:picChg chg="add del mod ord">
          <ac:chgData name="dsgfdfdsf sdgd" userId="a67fc7cb7325bbb4" providerId="Windows Live" clId="Web-{F634726F-FE86-4903-BA3A-3971C40A41EB}" dt="2025-11-15T01:01:28.438" v="727"/>
          <ac:picMkLst>
            <pc:docMk/>
            <pc:sldMk cId="1558138721" sldId="261"/>
            <ac:picMk id="4" creationId="{2D3B61F3-E1F8-22E6-2E6B-E7AF4C76734D}"/>
          </ac:picMkLst>
        </pc:picChg>
        <pc:picChg chg="add mod ord">
          <ac:chgData name="dsgfdfdsf sdgd" userId="a67fc7cb7325bbb4" providerId="Windows Live" clId="Web-{F634726F-FE86-4903-BA3A-3971C40A41EB}" dt="2025-11-15T01:01:45.611" v="729" actId="1076"/>
          <ac:picMkLst>
            <pc:docMk/>
            <pc:sldMk cId="1558138721" sldId="261"/>
            <ac:picMk id="5" creationId="{344818B5-ECDC-53D1-8358-F1A47AAC0A3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Courier New"/>
                <a:cs typeface="Courier New"/>
              </a:rPr>
              <a:t>Крестики-Нолики</a:t>
            </a:r>
            <a:br>
              <a:rPr lang="ru-RU" dirty="0">
                <a:latin typeface="Courier New"/>
              </a:rPr>
            </a:br>
            <a:r>
              <a:rPr lang="ru-RU" dirty="0">
                <a:latin typeface="Courier New"/>
                <a:cs typeface="Courier New"/>
              </a:rPr>
              <a:t>Структура кода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0" y="6040438"/>
            <a:ext cx="9144000" cy="8175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>
                <a:latin typeface="Courier New"/>
                <a:cs typeface="Courier New"/>
              </a:rPr>
              <a:t>Авторы: Студенты ИКНТ группы ИТ-7 1 курс Митюшин Максим, </a:t>
            </a:r>
            <a:r>
              <a:rPr lang="ru-RU" dirty="0" err="1">
                <a:latin typeface="Courier New"/>
                <a:cs typeface="Courier New"/>
              </a:rPr>
              <a:t>Дрыгула</a:t>
            </a:r>
            <a:r>
              <a:rPr lang="ru-RU" dirty="0">
                <a:latin typeface="Courier New"/>
                <a:cs typeface="Courier New"/>
              </a:rPr>
              <a:t> Михаил, </a:t>
            </a:r>
            <a:r>
              <a:rPr lang="ru-RU" dirty="0" err="1">
                <a:latin typeface="Courier New"/>
                <a:cs typeface="Courier New"/>
              </a:rPr>
              <a:t>Кинёв</a:t>
            </a:r>
            <a:r>
              <a:rPr lang="ru-RU" dirty="0">
                <a:latin typeface="Courier New"/>
                <a:cs typeface="Courier New"/>
              </a:rPr>
              <a:t> Иван</a:t>
            </a: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E356AD-0484-0B79-46E8-CFB32DD2B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89"/>
            <a:ext cx="10515600" cy="607106"/>
          </a:xfrm>
        </p:spPr>
        <p:txBody>
          <a:bodyPr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ru-RU" dirty="0">
                <a:latin typeface="Courier New"/>
                <a:ea typeface="Calibri"/>
                <a:cs typeface="Courier New"/>
              </a:rPr>
              <a:t>Создание игрового поля</a:t>
            </a: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AA317E4-D36F-3D99-7272-45734EFAE7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86" y="695097"/>
            <a:ext cx="6096000" cy="17121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395D774-09B8-FD48-3CDB-CDA1B2F1821E}"/>
              </a:ext>
            </a:extLst>
          </p:cNvPr>
          <p:cNvSpPr txBox="1"/>
          <p:nvPr/>
        </p:nvSpPr>
        <p:spPr>
          <a:xfrm>
            <a:off x="6408963" y="748393"/>
            <a:ext cx="5538107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latin typeface="Courier New"/>
                <a:cs typeface="Courier New"/>
              </a:rPr>
              <a:t>Объявим функцию </a:t>
            </a:r>
            <a:r>
              <a:rPr lang="ru-RU" sz="2400" dirty="0" err="1">
                <a:latin typeface="Courier New"/>
                <a:cs typeface="Courier New"/>
              </a:rPr>
              <a:t>print_board</a:t>
            </a:r>
            <a:r>
              <a:rPr lang="ru-RU" sz="2400" dirty="0">
                <a:latin typeface="Courier New"/>
                <a:cs typeface="Courier New"/>
              </a:rPr>
              <a:t> для печати игрового поля, создав список в котором: </a:t>
            </a:r>
            <a:r>
              <a:rPr lang="ru-RU" sz="2400" dirty="0" err="1">
                <a:latin typeface="Courier New"/>
                <a:ea typeface="+mn-lt"/>
                <a:cs typeface="+mn-lt"/>
              </a:rPr>
              <a:t>enumerate</a:t>
            </a:r>
            <a:r>
              <a:rPr lang="ru-RU" sz="2400" dirty="0">
                <a:latin typeface="Courier New"/>
                <a:ea typeface="+mn-lt"/>
                <a:cs typeface="+mn-lt"/>
              </a:rPr>
              <a:t>(</a:t>
            </a:r>
            <a:r>
              <a:rPr lang="ru-RU" sz="2400" dirty="0" err="1">
                <a:latin typeface="Courier New"/>
                <a:ea typeface="+mn-lt"/>
                <a:cs typeface="+mn-lt"/>
              </a:rPr>
              <a:t>board</a:t>
            </a:r>
            <a:r>
              <a:rPr lang="ru-RU" sz="2400" dirty="0">
                <a:latin typeface="Courier New"/>
                <a:ea typeface="+mn-lt"/>
                <a:cs typeface="+mn-lt"/>
              </a:rPr>
              <a:t>) дает индекс i и значение c для каждого элемента поля, c </a:t>
            </a:r>
            <a:r>
              <a:rPr lang="ru-RU" sz="2400" dirty="0" err="1">
                <a:latin typeface="Courier New"/>
                <a:ea typeface="+mn-lt"/>
                <a:cs typeface="+mn-lt"/>
              </a:rPr>
              <a:t>if</a:t>
            </a:r>
            <a:r>
              <a:rPr lang="ru-RU" sz="2400" dirty="0">
                <a:latin typeface="Courier New"/>
                <a:ea typeface="+mn-lt"/>
                <a:cs typeface="+mn-lt"/>
              </a:rPr>
              <a:t> c != " " </a:t>
            </a:r>
            <a:r>
              <a:rPr lang="ru-RU" sz="2400" dirty="0" err="1">
                <a:latin typeface="Courier New"/>
                <a:ea typeface="+mn-lt"/>
                <a:cs typeface="+mn-lt"/>
              </a:rPr>
              <a:t>else</a:t>
            </a:r>
            <a:r>
              <a:rPr lang="ru-RU" sz="2400" dirty="0">
                <a:latin typeface="Courier New"/>
                <a:ea typeface="+mn-lt"/>
                <a:cs typeface="+mn-lt"/>
              </a:rPr>
              <a:t> </a:t>
            </a:r>
            <a:r>
              <a:rPr lang="ru-RU" sz="2400" dirty="0" err="1">
                <a:latin typeface="Courier New"/>
                <a:ea typeface="+mn-lt"/>
                <a:cs typeface="+mn-lt"/>
              </a:rPr>
              <a:t>str</a:t>
            </a:r>
            <a:r>
              <a:rPr lang="ru-RU" sz="2400" dirty="0">
                <a:latin typeface="Courier New"/>
                <a:ea typeface="+mn-lt"/>
                <a:cs typeface="+mn-lt"/>
              </a:rPr>
              <a:t>(i+1) для проверки пустоты клетки, если клетка не пустая возьмем её значение (крестик или нолик), иначе показываем её номер от 1 до 9. Далее отобразим поле игры в формате 3х3 с разделительными линиями</a:t>
            </a:r>
            <a:endParaRPr lang="ru-RU" sz="240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352637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059DA5-3549-FEDD-7FB6-35BDCA19A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7"/>
            <a:ext cx="10515600" cy="582855"/>
          </a:xfrm>
        </p:spPr>
        <p:txBody>
          <a:bodyPr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ru-RU" sz="4000" dirty="0">
                <a:latin typeface="Courier New"/>
                <a:cs typeface="Courier New"/>
              </a:rPr>
              <a:t>Перебор комбинаций и проверка победы</a:t>
            </a:r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0C27D62-213C-8AC2-CCC1-7B75659DC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411" y="573017"/>
            <a:ext cx="5715000" cy="2400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86F1B0E-4BA7-0403-6199-9CBC4A7E4734}"/>
              </a:ext>
            </a:extLst>
          </p:cNvPr>
          <p:cNvSpPr txBox="1"/>
          <p:nvPr/>
        </p:nvSpPr>
        <p:spPr>
          <a:xfrm>
            <a:off x="6099908" y="569503"/>
            <a:ext cx="591969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err="1">
                <a:latin typeface="Courier New"/>
                <a:cs typeface="Courier New"/>
              </a:rPr>
              <a:t>Wins</a:t>
            </a:r>
            <a:r>
              <a:rPr lang="ru-RU" sz="2400" dirty="0">
                <a:latin typeface="Courier New"/>
                <a:cs typeface="Courier New"/>
              </a:rPr>
              <a:t> - список кортежей с индексами выигрышных комбинаций, с помощью цикла </a:t>
            </a:r>
            <a:r>
              <a:rPr lang="ru-RU" sz="2400" err="1">
                <a:latin typeface="Courier New"/>
                <a:cs typeface="Courier New"/>
              </a:rPr>
              <a:t>for</a:t>
            </a:r>
            <a:r>
              <a:rPr lang="ru-RU" sz="2400" dirty="0">
                <a:latin typeface="Courier New"/>
                <a:cs typeface="Courier New"/>
              </a:rPr>
              <a:t> a, b, c </a:t>
            </a:r>
            <a:r>
              <a:rPr lang="ru-RU" sz="2400" err="1">
                <a:latin typeface="Courier New"/>
                <a:cs typeface="Courier New"/>
              </a:rPr>
              <a:t>in</a:t>
            </a:r>
            <a:r>
              <a:rPr lang="ru-RU" sz="2400" dirty="0">
                <a:latin typeface="Courier New"/>
                <a:cs typeface="Courier New"/>
              </a:rPr>
              <a:t> </a:t>
            </a:r>
            <a:r>
              <a:rPr lang="ru-RU" sz="2400" err="1">
                <a:latin typeface="Courier New"/>
                <a:cs typeface="Courier New"/>
              </a:rPr>
              <a:t>wins</a:t>
            </a:r>
            <a:r>
              <a:rPr lang="ru-RU" sz="2400" dirty="0">
                <a:latin typeface="Courier New"/>
                <a:cs typeface="Courier New"/>
              </a:rPr>
              <a:t> переберем все выигрышные комбинации. По условию если клетка не пустая и все три клетки имеют одинаковые значения, возвращаем символ победившего (крестик или нолик)</a:t>
            </a:r>
          </a:p>
        </p:txBody>
      </p:sp>
    </p:spTree>
    <p:extLst>
      <p:ext uri="{BB962C8B-B14F-4D97-AF65-F5344CB8AC3E}">
        <p14:creationId xmlns:p14="http://schemas.microsoft.com/office/powerpoint/2010/main" val="3253700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8DC015-10BF-35DA-8784-233552293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7"/>
            <a:ext cx="10515600" cy="447818"/>
          </a:xfrm>
        </p:spPr>
        <p:txBody>
          <a:bodyPr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ru-RU" sz="4000" dirty="0">
                <a:latin typeface="Courier New"/>
                <a:cs typeface="Courier New"/>
              </a:rPr>
              <a:t>Проверка ничьи</a:t>
            </a:r>
            <a:endParaRPr lang="ru-RU"/>
          </a:p>
        </p:txBody>
      </p:sp>
      <p:pic>
        <p:nvPicPr>
          <p:cNvPr id="4" name="Объект 3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607E5C2-B336-90CD-DC01-BFD9711DD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4854" y="440330"/>
            <a:ext cx="6098290" cy="8137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542EAD-3F5C-90C2-3518-063123393136}"/>
              </a:ext>
            </a:extLst>
          </p:cNvPr>
          <p:cNvSpPr txBox="1"/>
          <p:nvPr/>
        </p:nvSpPr>
        <p:spPr>
          <a:xfrm>
            <a:off x="142246" y="441182"/>
            <a:ext cx="554510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latin typeface="Courier New"/>
                <a:cs typeface="Courier New"/>
              </a:rPr>
              <a:t>Проверим каждую клетку на то, что она не пустая, результатом будет True, если все клетки заполнены и </a:t>
            </a:r>
            <a:r>
              <a:rPr lang="ru-RU" sz="2400" err="1">
                <a:latin typeface="Courier New"/>
                <a:cs typeface="Courier New"/>
              </a:rPr>
              <a:t>False</a:t>
            </a:r>
            <a:r>
              <a:rPr lang="ru-RU" sz="2400" dirty="0">
                <a:latin typeface="Courier New"/>
                <a:cs typeface="Courier New"/>
              </a:rPr>
              <a:t>, если есть хотя бы одна пустая клетка</a:t>
            </a:r>
          </a:p>
        </p:txBody>
      </p:sp>
    </p:spTree>
    <p:extLst>
      <p:ext uri="{BB962C8B-B14F-4D97-AF65-F5344CB8AC3E}">
        <p14:creationId xmlns:p14="http://schemas.microsoft.com/office/powerpoint/2010/main" val="2923765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DC9699-70F1-5477-8D69-2ECCF206F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871" y="-1407"/>
            <a:ext cx="11123270" cy="553918"/>
          </a:xfrm>
        </p:spPr>
        <p:txBody>
          <a:bodyPr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ru-RU" sz="4000" dirty="0">
                <a:latin typeface="Courier New"/>
                <a:cs typeface="Courier New"/>
              </a:rPr>
              <a:t>Получение и валидирование ходов игрока</a:t>
            </a:r>
            <a:endParaRPr lang="ru-RU"/>
          </a:p>
        </p:txBody>
      </p:sp>
      <p:pic>
        <p:nvPicPr>
          <p:cNvPr id="4" name="Объект 3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A7529E-25EA-A615-751D-715B04AAD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15920" y="551046"/>
            <a:ext cx="4981575" cy="35242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D73D743-B0AE-191C-1CAC-6FD0589F8FE6}"/>
              </a:ext>
            </a:extLst>
          </p:cNvPr>
          <p:cNvSpPr txBox="1"/>
          <p:nvPr/>
        </p:nvSpPr>
        <p:spPr>
          <a:xfrm>
            <a:off x="1853" y="552950"/>
            <a:ext cx="6564923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latin typeface="Courier New"/>
                <a:cs typeface="Courier New"/>
              </a:rPr>
              <a:t>Запросим ввод хода от игрока при этом проверяя, что это число и оно в нужном диапазоне от 1 до 9. Затем преобразуем номер клетки (от 1 до 9)  в индекс массива (от 0 до 8), проверим что клетка свободна и вернем корректный индекс для хода.</a:t>
            </a:r>
          </a:p>
        </p:txBody>
      </p:sp>
    </p:spTree>
    <p:extLst>
      <p:ext uri="{BB962C8B-B14F-4D97-AF65-F5344CB8AC3E}">
        <p14:creationId xmlns:p14="http://schemas.microsoft.com/office/powerpoint/2010/main" val="528700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BE72A4-04FC-C208-D11B-EE16FEAE4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07"/>
            <a:ext cx="10515600" cy="486399"/>
          </a:xfrm>
        </p:spPr>
        <p:txBody>
          <a:bodyPr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ru-RU" sz="4000" dirty="0">
                <a:latin typeface="Courier New"/>
                <a:cs typeface="Courier New"/>
              </a:rPr>
              <a:t>Движок игры</a:t>
            </a:r>
            <a:endParaRPr lang="ru-RU"/>
          </a:p>
        </p:txBody>
      </p:sp>
      <p:pic>
        <p:nvPicPr>
          <p:cNvPr id="5" name="Объект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44818B5-ECDC-53D1-8358-F1A47AAC0A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35873" y="2744476"/>
            <a:ext cx="5659949" cy="4114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7A421B-6724-CB0B-D71D-85EC4AB60F31}"/>
              </a:ext>
            </a:extLst>
          </p:cNvPr>
          <p:cNvSpPr txBox="1"/>
          <p:nvPr/>
        </p:nvSpPr>
        <p:spPr>
          <a:xfrm>
            <a:off x="241091" y="614783"/>
            <a:ext cx="6194936" cy="60016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sz="2400" dirty="0">
                <a:latin typeface="Courier New"/>
                <a:cs typeface="Courier New"/>
              </a:rPr>
              <a:t>Создадим пустое поле 3х3 из 9 пробелов и что первый игрок будет за крестиками, а также пропишем инструкцию и начальное поле. Получим ход от текущего игрока (все ходы будут идти в цикле </a:t>
            </a:r>
            <a:r>
              <a:rPr lang="ru-RU" sz="2400" dirty="0" err="1">
                <a:latin typeface="Courier New"/>
                <a:cs typeface="Courier New"/>
              </a:rPr>
              <a:t>While</a:t>
            </a:r>
            <a:r>
              <a:rPr lang="ru-RU" sz="2400" dirty="0">
                <a:latin typeface="Courier New"/>
                <a:cs typeface="Courier New"/>
              </a:rPr>
              <a:t> True), затем ставим символ игрока на выбранную позицию и показываем обновленное поле. Проверим есть ли победитель, если да, то объявим победу и выйдем из цикла, если же ничья, то объявим её. Последняя строчка данного блока кода отвечает за смену игрока на следующий ход.</a:t>
            </a:r>
          </a:p>
        </p:txBody>
      </p:sp>
    </p:spTree>
    <p:extLst>
      <p:ext uri="{BB962C8B-B14F-4D97-AF65-F5344CB8AC3E}">
        <p14:creationId xmlns:p14="http://schemas.microsoft.com/office/powerpoint/2010/main" val="155813872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Крестики-Нолики Структура кода</vt:lpstr>
      <vt:lpstr>Создание игрового поля</vt:lpstr>
      <vt:lpstr>Перебор комбинаций и проверка победы</vt:lpstr>
      <vt:lpstr>Проверка ничьи</vt:lpstr>
      <vt:lpstr>Получение и валидирование ходов игрока</vt:lpstr>
      <vt:lpstr>Движок игры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281</cp:revision>
  <dcterms:created xsi:type="dcterms:W3CDTF">2025-11-15T00:06:32Z</dcterms:created>
  <dcterms:modified xsi:type="dcterms:W3CDTF">2025-11-15T01:12:46Z</dcterms:modified>
</cp:coreProperties>
</file>